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51" d="100"/>
          <a:sy n="151" d="100"/>
        </p:scale>
        <p:origin x="2094" y="15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35401" y="640080"/>
            <a:ext cx="4895850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 dirty="0"/>
              <a:t>Global Health Statistics Analysis(EDA)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dirty="0"/>
              <a:t>Junhui Hu | ALY6010</a:t>
            </a:r>
            <a:endParaRPr lang="zh-CN" altLang="en-US" dirty="0"/>
          </a:p>
        </p:txBody>
      </p:sp>
      <p:pic>
        <p:nvPicPr>
          <p:cNvPr id="5" name="Picture 4" descr="Sample being pipetted into a petri dish">
            <a:extLst>
              <a:ext uri="{FF2B5EF4-FFF2-40B4-BE49-F238E27FC236}">
                <a16:creationId xmlns:a16="http://schemas.microsoft.com/office/drawing/2014/main" id="{7639B6A5-49DA-2D3B-C1BF-7F7A63FC14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9741" r="12186" b="-2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Top 10 Diseases by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114800" cy="4525963"/>
          </a:xfrm>
        </p:spPr>
        <p:txBody>
          <a:bodyPr/>
          <a:lstStyle/>
          <a:p>
            <a:r>
              <a:rPr dirty="0"/>
              <a:t>These are the most commonly reported diseases in the dataset. Frequencies are nearly equal, indicating a simulated uniform distribution.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600200"/>
            <a:ext cx="3289852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Indicators by Disease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84176"/>
            <a:ext cx="3765550" cy="3656237"/>
          </a:xfrm>
        </p:spPr>
        <p:txBody>
          <a:bodyPr>
            <a:normAutofit lnSpcReduction="10000"/>
          </a:bodyPr>
          <a:lstStyle/>
          <a:p>
            <a:r>
              <a:rPr dirty="0"/>
              <a:t>Average prevalence, mortality, and recovery rates by disease are similar, supporting the idea of high data uniformity.</a:t>
            </a:r>
          </a:p>
        </p:txBody>
      </p:sp>
      <p:pic>
        <p:nvPicPr>
          <p:cNvPr id="4" name="Picture 3" descr="image 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0700" y="2469926"/>
            <a:ext cx="4660900" cy="25608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Country-Level Health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4229100" cy="4525963"/>
          </a:xfrm>
        </p:spPr>
        <p:txBody>
          <a:bodyPr/>
          <a:lstStyle/>
          <a:p>
            <a:r>
              <a:rPr dirty="0"/>
              <a:t>Recovery rates and DALYs are tightly clustered across countries, suggesting low variation in outcomes despite resource differences.</a:t>
            </a:r>
          </a:p>
        </p:txBody>
      </p:sp>
      <p:pic>
        <p:nvPicPr>
          <p:cNvPr id="4" name="Picture 3" descr="image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5512" y="1873250"/>
            <a:ext cx="3816919" cy="3111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Doctors per 1000 vs Recovery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50925" y="5721350"/>
            <a:ext cx="7042150" cy="70485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No significant correlation found. Recovery rates hover around 74.5% regardless of doctor density. Linear trend is nearly flat.</a:t>
            </a:r>
          </a:p>
        </p:txBody>
      </p:sp>
      <p:pic>
        <p:nvPicPr>
          <p:cNvPr id="4" name="Picture 3" descr="image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191" y="1244600"/>
            <a:ext cx="4137618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Hospital Beds per 1000 vs DALYs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69975" y="5715000"/>
            <a:ext cx="6664348" cy="97790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Scatterplot shows no visible linear trend. Hospital bed availability does not predict DALYs in this dataset.</a:t>
            </a:r>
          </a:p>
        </p:txBody>
      </p:sp>
      <p:pic>
        <p:nvPicPr>
          <p:cNvPr id="4" name="Picture 3" descr="image (4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948" y="1252538"/>
            <a:ext cx="4144403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Education Index vs Recovery Rate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2475" y="5842000"/>
            <a:ext cx="7639050" cy="677862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dirty="0"/>
              <a:t>Grouped line chart shows minor fluctuations but no consistent trend. No significant association detected.</a:t>
            </a:r>
          </a:p>
        </p:txBody>
      </p:sp>
      <p:pic>
        <p:nvPicPr>
          <p:cNvPr id="4" name="Picture 3" descr="image (5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3752" y="1289050"/>
            <a:ext cx="4136495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550" y="203200"/>
            <a:ext cx="8585200" cy="1143000"/>
          </a:xfrm>
        </p:spPr>
        <p:txBody>
          <a:bodyPr/>
          <a:lstStyle/>
          <a:p>
            <a:r>
              <a:rPr dirty="0"/>
              <a:t>Mortality Rate by Urbanization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75" y="5861050"/>
            <a:ext cx="7537450" cy="59372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dirty="0"/>
              <a:t>Boxplots for different urbanization groups appear similar, with no visible pattern. Urbanization not linked to mortality here.</a:t>
            </a:r>
          </a:p>
        </p:txBody>
      </p:sp>
      <p:pic>
        <p:nvPicPr>
          <p:cNvPr id="4" name="Picture 3" descr="image (6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606" y="1417638"/>
            <a:ext cx="4140788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183</Words>
  <Application>Microsoft Office PowerPoint</Application>
  <PresentationFormat>On-screen Show (4:3)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Global Health Statistics Analysis(EDA)</vt:lpstr>
      <vt:lpstr>Top 10 Diseases by Frequency</vt:lpstr>
      <vt:lpstr>Health Indicators by Disease</vt:lpstr>
      <vt:lpstr>Country-Level Health Summary</vt:lpstr>
      <vt:lpstr>Doctors per 1000 vs Recovery Rate</vt:lpstr>
      <vt:lpstr>Hospital Beds per 1000 vs DALYs</vt:lpstr>
      <vt:lpstr>Education Index vs Recovery Rate</vt:lpstr>
      <vt:lpstr>Mortality Rate by Urbanization Level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JunhuiHuTEST</dc:creator>
  <cp:keywords/>
  <dc:description>generated using python-pptx</dc:description>
  <cp:lastModifiedBy>Junhui Hu</cp:lastModifiedBy>
  <cp:revision>2</cp:revision>
  <dcterms:created xsi:type="dcterms:W3CDTF">2013-01-27T09:14:16Z</dcterms:created>
  <dcterms:modified xsi:type="dcterms:W3CDTF">2025-03-29T23:49:34Z</dcterms:modified>
  <cp:category/>
</cp:coreProperties>
</file>